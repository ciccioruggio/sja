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54864" cy="54864"/>
          </a:xfrm>
          <a:prstGeom prst="ellipse">
            <a:avLst/>
          </a:prstGeom>
          <a:solidFill>
            <a:srgbClr val="00E57A">
              <a:alpha val="8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164592"/>
            <a:ext cx="54864" cy="54864"/>
          </a:xfrm>
          <a:prstGeom prst="ellipse">
            <a:avLst/>
          </a:prstGeom>
          <a:solidFill>
            <a:srgbClr val="00E57A">
              <a:alpha val="8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3936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23744" y="164592"/>
            <a:ext cx="54864" cy="54864"/>
          </a:xfrm>
          <a:prstGeom prst="ellipse">
            <a:avLst/>
          </a:prstGeom>
          <a:solidFill>
            <a:srgbClr val="00E57A">
              <a:alpha val="8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98648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8456" y="164592"/>
            <a:ext cx="54864" cy="54864"/>
          </a:xfrm>
          <a:prstGeom prst="ellipse">
            <a:avLst/>
          </a:prstGeom>
          <a:solidFill>
            <a:srgbClr val="00E57A">
              <a:alpha val="8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98264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64592"/>
            <a:ext cx="54864" cy="54864"/>
          </a:xfrm>
          <a:prstGeom prst="ellipse">
            <a:avLst/>
          </a:prstGeom>
          <a:solidFill>
            <a:srgbClr val="00E57A">
              <a:alpha val="8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48072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22976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164592"/>
            <a:ext cx="54864" cy="54864"/>
          </a:xfrm>
          <a:prstGeom prst="ellipse">
            <a:avLst/>
          </a:prstGeom>
          <a:solidFill>
            <a:srgbClr val="00E57A">
              <a:alpha val="8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2592" y="164592"/>
            <a:ext cx="54864" cy="54864"/>
          </a:xfrm>
          <a:prstGeom prst="ellipse">
            <a:avLst/>
          </a:prstGeom>
          <a:solidFill>
            <a:srgbClr val="00E57A">
              <a:alpha val="8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97496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7304" y="164592"/>
            <a:ext cx="54864" cy="54864"/>
          </a:xfrm>
          <a:prstGeom prst="ellipse">
            <a:avLst/>
          </a:prstGeom>
          <a:solidFill>
            <a:srgbClr val="00E57A">
              <a:alpha val="8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97112" y="164592"/>
            <a:ext cx="54864" cy="54864"/>
          </a:xfrm>
          <a:prstGeom prst="ellipse">
            <a:avLst/>
          </a:prstGeom>
          <a:solidFill>
            <a:srgbClr val="00E57A">
              <a:alpha val="30000"/>
            </a:srgbClr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34440"/>
            <a:ext cx="73152" cy="2606040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118872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Dev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00E5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</a:t>
            </a:r>
            <a:pPr algn="l" indent="0" marL="0">
              <a:buNone/>
            </a:pPr>
            <a:r>
              <a:rPr lang="en-US" sz="5400" b="1" dirty="0">
                <a:solidFill>
                  <a:srgbClr val="00C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777240" y="35204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is Changing the Way We Build for the Web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58000" y="4297680"/>
            <a:ext cx="2011680" cy="50292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297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Jobs Academy · 2025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365760"/>
            <a:ext cx="2331720" cy="374904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75120" y="502920"/>
            <a:ext cx="2148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 smarter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algn="l" indent="0" marL="0">
              <a:buNone/>
            </a:pPr>
            <a:r>
              <a:rPr lang="en-US" sz="1050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pPr algn="l" indent="0" marL="0">
              <a:buNone/>
            </a:pPr>
            <a:r>
              <a:rPr lang="en-US" sz="1050" dirty="0">
                <a:solidFill>
                  <a:srgbClr val="B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</a:t>
            </a:r>
            <a:pPr algn="l" indent="0" marL="0">
              <a:buNone/>
            </a:pPr>
            <a:r>
              <a:rPr lang="en-US" sz="1050" dirty="0">
                <a:solidFill>
                  <a:srgbClr val="FF7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.useTools(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Copilot,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ChatGPT,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Claude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B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.ship(</a:t>
            </a:r>
            <a:pPr algn="l" indent="0" marL="0">
              <a:buNone/>
            </a:pPr>
            <a:r>
              <a:rPr lang="en-US" sz="1050" dirty="0">
                <a:solidFill>
                  <a:srgbClr val="FF7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</a:t>
            </a:r>
            <a:pPr algn="l" indent="0" marL="0">
              <a:buNone/>
            </a:pPr>
            <a:r>
              <a:rPr lang="en-US" sz="1050" dirty="0">
                <a:solidFill>
                  <a:srgbClr val="B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FOUNDATIONS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Web Development?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342900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697480" cy="64008"/>
          </a:xfrm>
          <a:prstGeom prst="rect">
            <a:avLst/>
          </a:prstGeom>
          <a:solidFill>
            <a:srgbClr val="00CFFF"/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0352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user sees &amp; interacts with.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· React · Vue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97480" cy="342900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2697480" cy="6400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5087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46120" y="22128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E5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10712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logic, databases, APIs.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Python · PHP · C#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97480" cy="342900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25880"/>
            <a:ext cx="2697480" cy="64008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1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5087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2128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D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91072" y="27432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combined.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in-demand profile today.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0CFFF"/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THE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 Core Languages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342900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536192"/>
            <a:ext cx="621792" cy="329184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1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3619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0352" y="248716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is on a page.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paragraphs, buttons, images — all HTML.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3364992"/>
            <a:ext cx="2487168" cy="1234440"/>
          </a:xfrm>
          <a:prstGeom prst="rect">
            <a:avLst/>
          </a:prstGeom>
          <a:solidFill>
            <a:srgbClr val="08111A"/>
          </a:solidFill>
          <a:ln w="12700">
            <a:solidFill>
              <a:srgbClr val="FF7D3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01568"/>
            <a:ext cx="234086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7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&lt;h1&gt;Hello, World!&lt;/h1&gt;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7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&lt;p&gt;First web page.&lt;/p&gt;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7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&lt;button&gt;Click me&lt;/button&gt;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697480" cy="342900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536192"/>
            <a:ext cx="621792" cy="329184"/>
          </a:xfrm>
          <a:prstGeom prst="rect">
            <a:avLst/>
          </a:prstGeom>
          <a:solidFill>
            <a:srgbClr val="00CFFF"/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53619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10712" y="248716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it looks.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Colours, fonts, layout, animations.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55848" y="3364992"/>
            <a:ext cx="2487168" cy="1234440"/>
          </a:xfrm>
          <a:prstGeom prst="rect">
            <a:avLst/>
          </a:prstGeom>
          <a:solidFill>
            <a:srgbClr val="08111A"/>
          </a:solidFill>
          <a:ln w="12700">
            <a:solidFill>
              <a:srgbClr val="00C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401568"/>
            <a:ext cx="234086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#00CFFF;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2rem;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325880"/>
            <a:ext cx="2697480" cy="342900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1536192"/>
            <a:ext cx="621792" cy="329184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53619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1072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Behaviour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91072" y="248716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interactive.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logic, API calls, dynamic content.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6208" y="3364992"/>
            <a:ext cx="2487168" cy="1234440"/>
          </a:xfrm>
          <a:prstGeom prst="rect">
            <a:avLst/>
          </a:prstGeom>
          <a:solidFill>
            <a:srgbClr val="08111A"/>
          </a:solidFill>
          <a:ln w="12700">
            <a:solidFill>
              <a:srgbClr val="00E57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01568"/>
            <a:ext cx="234086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"click", () =&gt;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alert("Hello!");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1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THE AI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Enters the Chat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00" cy="20116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2011680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1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7D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say AI tools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them more productive.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GitHub Developer Survey 2024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234440"/>
            <a:ext cx="4434840" cy="365760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changed?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Code autocomplete inside the editor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4414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AI explains and fixes bugs instantly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296265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Entire functions written from comments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4838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Auto-generated tests and docs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40050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Ask questions, get code back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3657600" cy="54864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83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replace developers — it makes them faster.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Tools Every Dev Should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206240" cy="169164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1691640"/>
          </a:xfrm>
          <a:prstGeom prst="rect">
            <a:avLst/>
          </a:prstGeom>
          <a:solidFill>
            <a:srgbClr val="00CFFF"/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GitHub Copilot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autocomplete &amp; 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VS Code. Suggests full functions as you type. Trained on millions of repos.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4206240" cy="169164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291840"/>
            <a:ext cx="64008" cy="1691640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564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E5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ChatGPT / Claude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8587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coding assistant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18795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errors, refactor code, generate boilerplate, ask architecture questions.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4206240" cy="169164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371600"/>
            <a:ext cx="64008" cy="1691640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1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5361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D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v0 by Vercel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19385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generation from plain 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26771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component in English, get React + Tailwind code instantly.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3291840"/>
            <a:ext cx="4206240" cy="169164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291840"/>
            <a:ext cx="64008" cy="1691640"/>
          </a:xfrm>
          <a:prstGeom prst="rect">
            <a:avLst/>
          </a:prstGeom>
          <a:solidFill>
            <a:srgbClr val="9B72F4"/>
          </a:solidFill>
          <a:ln w="12700">
            <a:solidFill>
              <a:srgbClr val="9B72F4">
                <a:alpha val="1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4564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B7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Perplexity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38587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 search 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18795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Stack Overflow for specific coding questions. Cites sources.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0CFFF"/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Modern Dev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1371600"/>
            <a:ext cx="731520" cy="731520"/>
          </a:xfrm>
          <a:prstGeom prst="ellipse">
            <a:avLst/>
          </a:prstGeom>
          <a:solidFill>
            <a:srgbClr val="FF7D3B">
              <a:alpha val="80000"/>
            </a:srgbClr>
          </a:solidFill>
          <a:ln w="12700">
            <a:solidFill>
              <a:srgbClr val="FF7D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45920" y="1737360"/>
            <a:ext cx="347472" cy="0"/>
          </a:xfrm>
          <a:prstGeom prst="line">
            <a:avLst/>
          </a:prstGeom>
          <a:noFill/>
          <a:ln w="12700">
            <a:solidFill>
              <a:srgbClr val="5A708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" y="2331720"/>
            <a:ext cx="1600200" cy="22402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1600200" cy="54864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1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505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D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Idea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1325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to build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32888" y="1371600"/>
            <a:ext cx="731520" cy="731520"/>
          </a:xfrm>
          <a:prstGeom prst="ellipse">
            <a:avLst/>
          </a:prstGeom>
          <a:solidFill>
            <a:srgbClr val="00CFFF">
              <a:alpha val="80000"/>
            </a:srgbClr>
          </a:solidFill>
          <a:ln w="12700">
            <a:solidFill>
              <a:srgbClr val="00C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37560" y="1737360"/>
            <a:ext cx="347472" cy="0"/>
          </a:xfrm>
          <a:prstGeom prst="line">
            <a:avLst/>
          </a:prstGeom>
          <a:noFill/>
          <a:ln w="12700">
            <a:solidFill>
              <a:srgbClr val="5A708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057400" y="2331720"/>
            <a:ext cx="1600200" cy="22402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57400" y="2331720"/>
            <a:ext cx="1600200" cy="54864"/>
          </a:xfrm>
          <a:prstGeom prst="rect">
            <a:avLst/>
          </a:prstGeom>
          <a:solidFill>
            <a:srgbClr val="00CFFF"/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4505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1325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generate UI mockups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24528" y="1371600"/>
            <a:ext cx="731520" cy="731520"/>
          </a:xfrm>
          <a:prstGeom prst="ellipse">
            <a:avLst/>
          </a:prstGeom>
          <a:solidFill>
            <a:srgbClr val="00E57A">
              <a:alpha val="80000"/>
            </a:srgbClr>
          </a:solidFill>
          <a:ln w="12700">
            <a:solidFill>
              <a:srgbClr val="00E5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⌨️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029200" y="1737360"/>
            <a:ext cx="347472" cy="0"/>
          </a:xfrm>
          <a:prstGeom prst="line">
            <a:avLst/>
          </a:prstGeom>
          <a:noFill/>
          <a:ln w="12700">
            <a:solidFill>
              <a:srgbClr val="5A708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749040" y="2331720"/>
            <a:ext cx="1600200" cy="22402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2331720"/>
            <a:ext cx="1600200" cy="54864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24505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5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Code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86200" y="2926080"/>
            <a:ext cx="1325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writes boilerplate for you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16168" y="1371600"/>
            <a:ext cx="731520" cy="731520"/>
          </a:xfrm>
          <a:prstGeom prst="ellipse">
            <a:avLst/>
          </a:prstGeom>
          <a:solidFill>
            <a:srgbClr val="9B72F4">
              <a:alpha val="80000"/>
            </a:srgbClr>
          </a:solidFill>
          <a:ln w="12700">
            <a:solidFill>
              <a:srgbClr val="9B7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16168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720840" y="1737360"/>
            <a:ext cx="347472" cy="0"/>
          </a:xfrm>
          <a:prstGeom prst="line">
            <a:avLst/>
          </a:prstGeom>
          <a:noFill/>
          <a:ln w="12700">
            <a:solidFill>
              <a:srgbClr val="5A708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440680" y="2331720"/>
            <a:ext cx="1600200" cy="22402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40680" y="2331720"/>
            <a:ext cx="1600200" cy="54864"/>
          </a:xfrm>
          <a:prstGeom prst="rect">
            <a:avLst/>
          </a:prstGeom>
          <a:solidFill>
            <a:srgbClr val="9B72F4"/>
          </a:solidFill>
          <a:ln w="12700">
            <a:solidFill>
              <a:srgbClr val="9B72F4">
                <a:alpha val="1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24505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72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Debug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2926080"/>
            <a:ext cx="1325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explain the error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07808" y="1371600"/>
            <a:ext cx="731520" cy="731520"/>
          </a:xfrm>
          <a:prstGeom prst="ellipse">
            <a:avLst/>
          </a:prstGeom>
          <a:solidFill>
            <a:srgbClr val="FF7D3B">
              <a:alpha val="80000"/>
            </a:srgbClr>
          </a:solidFill>
          <a:ln w="12700">
            <a:solidFill>
              <a:srgbClr val="FF7D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07808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132320" y="2331720"/>
            <a:ext cx="1600200" cy="22402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0" y="2331720"/>
            <a:ext cx="1600200" cy="54864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1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24505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D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Ship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69480" y="2926080"/>
            <a:ext cx="1325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iterate fast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1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0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Learn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77640" cy="347472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3977640" cy="54864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E5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Web Dev Path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HTML &amp; CSS fundamentals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JavaScript (ES6+)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React or Vue.js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Node.js + Express (backend)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Databases: SQL or MongoDB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Version control with Git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Deploy on Vercel / Netlify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3977640" cy="347472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25880"/>
            <a:ext cx="3977640" cy="54864"/>
          </a:xfrm>
          <a:prstGeom prst="rect">
            <a:avLst/>
          </a:prstGeom>
          <a:solidFill>
            <a:srgbClr val="00CFFF"/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44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C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AI Skills to Add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9659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Learn prompt engineering basics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 Copilot daily — treat it as pair programming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Understand what LLMs can &amp; can't do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Try building with an AI API (OpenAI, Anthropic)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Keep a human eye on every AI output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Stay updated — this space moves fast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800600"/>
            <a:ext cx="54864" cy="54864"/>
          </a:xfrm>
          <a:prstGeom prst="ellipse">
            <a:avLst/>
          </a:prstGeom>
          <a:solidFill>
            <a:srgbClr val="00CFFF">
              <a:alpha val="8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4800600"/>
            <a:ext cx="54864" cy="54864"/>
          </a:xfrm>
          <a:prstGeom prst="ellipse">
            <a:avLst/>
          </a:prstGeom>
          <a:solidFill>
            <a:srgbClr val="00CFFF">
              <a:alpha val="8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3936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23744" y="4800600"/>
            <a:ext cx="54864" cy="54864"/>
          </a:xfrm>
          <a:prstGeom prst="ellipse">
            <a:avLst/>
          </a:prstGeom>
          <a:solidFill>
            <a:srgbClr val="00CFFF">
              <a:alpha val="8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98648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8456" y="4800600"/>
            <a:ext cx="54864" cy="54864"/>
          </a:xfrm>
          <a:prstGeom prst="ellipse">
            <a:avLst/>
          </a:prstGeom>
          <a:solidFill>
            <a:srgbClr val="00CFFF">
              <a:alpha val="8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98264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4800600"/>
            <a:ext cx="54864" cy="54864"/>
          </a:xfrm>
          <a:prstGeom prst="ellipse">
            <a:avLst/>
          </a:prstGeom>
          <a:solidFill>
            <a:srgbClr val="00CFFF">
              <a:alpha val="8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48072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22976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4800600"/>
            <a:ext cx="54864" cy="54864"/>
          </a:xfrm>
          <a:prstGeom prst="ellipse">
            <a:avLst/>
          </a:prstGeom>
          <a:solidFill>
            <a:srgbClr val="00CFFF">
              <a:alpha val="8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22592" y="4800600"/>
            <a:ext cx="54864" cy="54864"/>
          </a:xfrm>
          <a:prstGeom prst="ellipse">
            <a:avLst/>
          </a:prstGeom>
          <a:solidFill>
            <a:srgbClr val="00CFFF">
              <a:alpha val="8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97496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7304" y="4800600"/>
            <a:ext cx="54864" cy="54864"/>
          </a:xfrm>
          <a:prstGeom prst="ellipse">
            <a:avLst/>
          </a:prstGeom>
          <a:solidFill>
            <a:srgbClr val="00CFFF">
              <a:alpha val="8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97112" y="4800600"/>
            <a:ext cx="54864" cy="54864"/>
          </a:xfrm>
          <a:prstGeom prst="ellipse">
            <a:avLst/>
          </a:prstGeom>
          <a:solidFill>
            <a:srgbClr val="00CFFF">
              <a:alpha val="30000"/>
            </a:srgbClr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Talk! 💬</a:t>
            </a:r>
            <a:endParaRPr lang="en-US" sz="3800" dirty="0"/>
          </a:p>
        </p:txBody>
      </p:sp>
      <p:sp>
        <p:nvSpPr>
          <p:cNvPr id="27" name="Shape 25"/>
          <p:cNvSpPr/>
          <p:nvPr/>
        </p:nvSpPr>
        <p:spPr>
          <a:xfrm>
            <a:off x="411480" y="1508760"/>
            <a:ext cx="4160520" cy="128016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1508760"/>
            <a:ext cx="64008" cy="1280160"/>
          </a:xfrm>
          <a:prstGeom prst="rect">
            <a:avLst/>
          </a:prstGeom>
          <a:solidFill>
            <a:srgbClr val="00E57A"/>
          </a:solidFill>
          <a:ln w="12700">
            <a:solidFill>
              <a:srgbClr val="00E57A">
                <a:alpha val="1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1645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used AI to write code?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1508760"/>
            <a:ext cx="4160520" cy="128016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1508760"/>
            <a:ext cx="64008" cy="1280160"/>
          </a:xfrm>
          <a:prstGeom prst="rect">
            <a:avLst/>
          </a:prstGeom>
          <a:solidFill>
            <a:srgbClr val="00CFFF"/>
          </a:solidFill>
          <a:ln w="12700">
            <a:solidFill>
              <a:srgbClr val="00CFFF">
                <a:alpha val="1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645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AI a threat or an opportunity for devs?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11480" y="3017520"/>
            <a:ext cx="4160520" cy="128016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017520"/>
            <a:ext cx="64008" cy="1280160"/>
          </a:xfrm>
          <a:prstGeom prst="rect">
            <a:avLst/>
          </a:prstGeom>
          <a:solidFill>
            <a:srgbClr val="FF7D3B"/>
          </a:solidFill>
          <a:ln w="12700">
            <a:solidFill>
              <a:srgbClr val="FF7D3B">
                <a:alpha val="1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1546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7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" y="3474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tool would you try first?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00600" y="3017520"/>
            <a:ext cx="4160520" cy="1280160"/>
          </a:xfrm>
          <a:prstGeom prst="rect">
            <a:avLst/>
          </a:prstGeom>
          <a:solidFill>
            <a:srgbClr val="131B24"/>
          </a:solidFill>
          <a:ln w="12700">
            <a:solidFill>
              <a:srgbClr val="1E304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017520"/>
            <a:ext cx="64008" cy="1280160"/>
          </a:xfrm>
          <a:prstGeom prst="rect">
            <a:avLst/>
          </a:prstGeom>
          <a:solidFill>
            <a:srgbClr val="9B72F4"/>
          </a:solidFill>
          <a:ln w="12700">
            <a:solidFill>
              <a:srgbClr val="9B72F4">
                <a:alpha val="1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1546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B7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83480" y="3474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website would you build with AI help?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× AI</dc:title>
  <dc:subject>PptxGenJS Presentation</dc:subject>
  <dc:creator>Ombre Urbane · Steve Jobs Academy</dc:creator>
  <cp:lastModifiedBy>Ombre Urbane · Steve Jobs Academy</cp:lastModifiedBy>
  <cp:revision>1</cp:revision>
  <dcterms:created xsi:type="dcterms:W3CDTF">2026-03-25T09:30:08Z</dcterms:created>
  <dcterms:modified xsi:type="dcterms:W3CDTF">2026-03-25T09:30:08Z</dcterms:modified>
</cp:coreProperties>
</file>